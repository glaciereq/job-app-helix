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GLACIEREQ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Multi-domain systems.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OS. Physics-first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&amp; aerospace software.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Shark-laser special projects  ·  not front-door pileup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1/10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41A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601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On-demand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hard problem; leave working systems + governance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41A2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109728" cy="9601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40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Multi-domain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OS · Colossus thermal · SpaceX helix · GPU · safety · cloud ops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41A2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00400"/>
            <a:ext cx="109728" cy="960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37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employment fiction. Portfolio motions. Measure or mark unknown.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level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A2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token-saver · sequential thinking · humanizer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A22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AKOS · pro-code · mastermind · AZOP waves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A2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Company-aligned helixes (SpaceX · xAI · NVIDIA · Anthropic · Microsoft)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41A2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Hygiene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246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Private-first · legal absolute lock · readiness scores 0–99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Flagship demo readiness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Interview/demo score 0–99 · not flight certification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xai-colossus-cooling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85D0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600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spacex-thermal-protection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85D0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colossus energy / nanosphere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85D0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· telemetry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85D0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3246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colossus-gateway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85D0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3794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· Anthropic · pro-code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SpaceX — bottleneck → motion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Reentry / TPS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960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spacex-thermal-protection (97)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cadence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launch-sequencer · mission-control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/ ground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 · ground-network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/ mission SW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orbital-mechanics · mission-control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health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propulsion-monitor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Constellation mesh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703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satellite-mesh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xAI — Colossus-class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41A2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Cooling 99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Physics-first thermal core · exact SI · zone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41A22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325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/ Nano 96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nanosphere pillars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41A2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26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91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bridge for colossus orchestration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41A2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926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 80–88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· security · colossus-2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Elevated families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141A2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NVIDIA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gpu-health · deep-reasoning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+ tests + AKOS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141A2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83–88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safety-monitor · agent-coordinator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Pro-comet-agent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141A22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azure-ops multi-region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· error · 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work — AZOP waves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88720" y="1188720"/>
            <a:ext cx="502920" cy="5029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1325880"/>
            <a:ext cx="320040" cy="228600"/>
          </a:xfrm>
          <a:prstGeom prst="rightArrow">
            <a:avLst/>
          </a:prstGeom>
          <a:solidFill>
            <a:srgbClr val="8B9AA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MICROWAVE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explore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502920" cy="5029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325880"/>
            <a:ext cx="320040" cy="228600"/>
          </a:xfrm>
          <a:prstGeom prst="rightArrow">
            <a:avLst/>
          </a:prstGeom>
          <a:solidFill>
            <a:srgbClr val="8B9AAB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CORE-THINK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synth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188720"/>
            <a:ext cx="502920" cy="5029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1325880"/>
            <a:ext cx="320040" cy="228600"/>
          </a:xfrm>
          <a:prstGeom prst="rightArrow">
            <a:avLst/>
          </a:prstGeom>
          <a:solidFill>
            <a:srgbClr val="8B9AAB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0" y="1188720"/>
            <a:ext cx="502920" cy="5029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gates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merge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Token-saver always on · legal never on hire surface · private-first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15-minute live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AKOS — governance &amp; portfolio truth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xai-colossus-cooling — physics walk (99)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spacex-thermal-protection — reentry framing (97)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nvidia-gpu-health or anthropic-safety-monitor (88)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+ SpaceX shark-laser showcase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claiming employment.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Claiming systems you can walk.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special-projects / multi-domain on-demand seat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GlacierEQ  ·  Start: AKOS  ·  Flagship: cooling + thermal-protection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Resume: RESUME_GLACIEREQ_ELITE.md  ·  Scores: READINESS_SCORES.md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GlacierEQ · Special Projects  ·  10/10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 Projects — Multi-Domain Systems</dc:title>
  <dc:subject>SpaceX / xAI / multi-domain shark-laser offer</dc:subject>
  <dc:creator>GlacierEQ</dc:creator>
  <cp:lastModifiedBy>GlacierEQ</cp:lastModifiedBy>
  <cp:revision>1</cp:revision>
  <dcterms:created xsi:type="dcterms:W3CDTF">2026-07-25T06:00:07Z</dcterms:created>
  <dcterms:modified xsi:type="dcterms:W3CDTF">2026-07-25T06:00:07Z</dcterms:modified>
</cp:coreProperties>
</file>